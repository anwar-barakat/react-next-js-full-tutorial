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for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queues, sessions,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&amp; best practices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Redis?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 structure store — sub-millisecond responses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store with rich types: lists, sets, hashes, sorted sets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command execution — no race conditions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as: cache, session store, job queue, message broker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greeting "Hello, Redis!"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greeting   // "Hello, Redis!"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token "abc" EX 60  // 60s TTL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token      // 58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greeting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PHP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$redis-&gt;set('greeting', 'Hello!');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$redis-&gt;setex('token', 60, 'abc');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Data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Lists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Strings: text, numbers, JSON (max 512MB)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incr/incrBy for atomic counters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Lists: ordered, push/pop from head or tail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queues &amp; activity feeds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Sets, Sorted Sets &amp; Hashes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Sets: unique strings, union/intersection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Sets: scored members, auto-sorted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leaderboards &amp; rankings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Hashes: field-value pairs under one key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as a Cache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check Redis (hit) → if miss, fetch DB, store in Redis, return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TTL to prevent stale data &amp; unbounded memory growth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Invalidation: TTL expiry, manual delete, or event-driven (observers)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pattern: Cache::remember() is the Laravel shortcut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Cache-Aside in Laravel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Cache::remember(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"product:{$id}",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now()-&gt;addMinutes(30),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() use ($id)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Product::with('category')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-&gt;findOrFail($id);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Invalidate on update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Cache::forget("product:{$id}");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with Laravel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 config/database.php — separate DBs for cache/sessions/queues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facade: put(), get(), forget(), remember(), rememberForever()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tags: group related entries, flush together (Redis/Memcached only)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facade for direct access: pipelines, rate limiting, atomic 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Cache::put('key', 'value',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now()-&gt;addMinutes(10));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Cache::get('key', 'default');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Cache::forget('key');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Cache::increment('counter', 5);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Tags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Cache::tags(['products'])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-&gt;put('all', $data, now()-&gt;addHour());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Cache::tags(['products'])-&gt;flush();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for Queues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Laravel queue driver — fast, reliable, priority support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pushed onto Redis lists (RPUSH), workers pop (LPOP/BLPOP)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jobs use sorted sets with timestamps as scores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--queue=high,default,low processes in order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.env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QUEUE_CONNECTION=redis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Dispatch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SendWelcomeEmail::dispatch($user);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SendWelcomeEmail::dispatch($user)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-&gt;onQueue('emails');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SendWelcomeEmail::dispatch($user)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-&gt;delay(now()-&gt;addMinutes(5));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queue:work redis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--queue=high,default,low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send messages to channels, subscribers listen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— messages lost if no one is listening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queues: pub/sub broadcasts to ALL subscribers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real-time notifications, chat, cache invalidation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Publish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Redis::publish('notifications',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json_encode([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'type' =&gt; 'new_order',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'message' =&gt; 'Order #1234!',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Subscribe (blocking)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Redis::subscribe(['notifications'],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($message, $channel)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$data = json_decode($message);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slow, no multi-server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medium speed, multi-server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auto-expiration (need garbage collection)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infrastructure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in-memory storage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multiple servers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Auto-expiration via TTL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SESSION_DRIVER=redis in .env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API stays the same regardless of driver: session(['key' =&gt; 'value']), session('key'), flash(), forget().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vs Memcached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types (lists, sets, hashes)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(RDB + AOF)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+ replication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Laravel integration (cache+queue+session)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Memcached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(in-memory only)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pub/sub, no replication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Multithreaded, lower memory overhead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Redis for most Laravel apps. Memcached only for simple, high-throughput string caching.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Persistence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Snapshots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snapshots to disk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restarts, compact backups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between snapshots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900 1 / save 300 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AOF (Append-Only File)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write operation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everysec = max 1 second data loss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files, slower restarts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durable than RDB alone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use both RDB + AOF. No persistence = all lost on restart. AOF always = zero loss but slower.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naming: colon-separated hierarchy (user:1:profile, cache:products:featured)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1min for fast-changing, 30min moderate, 24hr rarely changes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set maxmemory + allkeys-lru eviction policy for caching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pipelines for multiple commands, SCAN instead of KEYS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Secure: requirepass, bind 127.0.0.1, disable FLUSHALL/KEYS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redis.conf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maxmemory 256mb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maxmemory-policy allkeys-lru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requirepass your_strong_password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 127.0.0.1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rename-command FLUSHALL ""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rename-command KEYS ""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for Backend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for Backend Developers</dc:title>
  <dc:subject>PptxGenJS Presentation</dc:subject>
  <dc:creator>PptxGenJS</dc:creator>
  <cp:lastModifiedBy>PptxGenJS</cp:lastModifiedBy>
  <cp:revision>1</cp:revision>
  <dcterms:created xsi:type="dcterms:W3CDTF">2026-03-08T14:03:21Z</dcterms:created>
  <dcterms:modified xsi:type="dcterms:W3CDTF">2026-03-08T14:03:21Z</dcterms:modified>
</cp:coreProperties>
</file>