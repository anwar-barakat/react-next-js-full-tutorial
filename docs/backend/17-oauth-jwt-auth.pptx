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&amp;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strategies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backend developers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Types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Sanctum &amp; Passport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Socialite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vs Authorization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(AuthN)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are you?"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identity of user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email/password, OAuth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first, before access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(AuthZ)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can you do?"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allowed resources/actions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Gates, Policies, roles, permissions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after authentication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= showing your ID at the airport. AuthZ = your boarding pass (what flight you can board).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JWT?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 (RFC 7519) for secure info exchange as JSON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parts separated by dots: Header.Payload.Signature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= algorithm + type | Payload = claims (user data)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= proves token wasn't tampered with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(readable by anyone) but signed (tamper-proof)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 signed, NOT encrypted. Never store passwords or secrets in the payload — anyone can decode it.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sends login credentials → server validates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Server creates JWT (access + refresh tokens), sends to client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Client sends access token in Authorization: Bearer header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Server verifies signature — no session lookup needed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When access token expires, refresh token gets a new one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Access token: 15min-1hr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$payload = 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'sub' =&gt; $user-&gt;id,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'exp' =&gt; time() + 3600,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'role' =&gt; $user-&gt;role,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$token = JWT::encode($payload,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$secret, 'HS256');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Client sends: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Authorization: Bearer eyJhbG...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OAuth 2.0?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framework — grant limited access without sharing password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authorizes specific permissions (scopes), not full access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key players: Resource Owner, Client, Auth Server, Resource Server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gets a token with limited permissions, not your credentials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hotel key card: only opens your room + gym (scopes). Doesn't open other rooms. Can be deactivated anytime.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Grant Types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Code — server-side apps (Laravel). Most secure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Credentials — machine-to-machine, no user involved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 — SPAs &amp; mobile apps (can't store client secret safely)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Grant — first-party only, being phased out in OAuth 2.1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Grant — deprecated, never use (token exposed in URL)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Code for server apps. Client Credentials for M2M. PKCE for SPAs/mobile. Avoid Password &amp; Implicit.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Flow (Auth Code)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clicks 'Login with Google' → redirect to Google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User grants permission → Google returns auth code to callback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Your server exchanges code + client_secret for tokens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Server uses access token to fetch user info from Google API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Find or create user in DB → log them 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3: Exchange code for tokens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$tokens = Http::asForm()-&gt;post(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'https://oauth2.googleapis.com/token',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'grant_type' =&gt; 'authorization_code',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'code' =&gt; $request-&gt;code,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'client_id' =&gt; $clientId,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'client_secret' =&gt; $clientSecret,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'redirect_uri' =&gt; $redirectUri,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])-&gt;json();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OpenID Connect (OIDC)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layer on top of OAuth 2.0 — adds authentication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= 'what can you access?' | OIDC = 'who are you?'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ID Token (JWT with user info: name, email, picture)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scopes: openid, profile, email, address, phone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Request with openid scope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'scope' =&gt; 'openid email profile'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ID token in response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$idToken = $tokens['id_token'];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$decoded = JWT::decode($idToken,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Key($publicKey, 'RS256'));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User identity: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$decoded-&gt;name;   // 'John Doe'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$decoded-&gt;email;  // 'john@gmail.com'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vs Session Authentication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stores session (stateful)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sent automatically by browser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revoke — delete session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web apps, same domain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storage (stateless)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in Authorization header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revoke before expiry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APIs, mobile, microservices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= simpler, easier to revoke (web apps). JWT = stateless, scalable (APIs &amp; microservices).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Rotation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time refresh token is used → invalidated, new one issued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refresh token can never be used again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stolen token is reused → server detects &amp; revokes entire family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security measure for long-lived tokens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Rotation flow: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Client uses refresh_token_A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Server invalidates A, issues B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If attacker reuses A: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→ FAILS (already used)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→ Server revokes ALL family tokens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→ Attacker's B also revoked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→ User must re-authenticate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Storage Strategies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Cookies (Best)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cannot access (XSS-safe)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automatically by browser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Secure + SameSite flags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CSRF protection (SameSite helps)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(Risky)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can read (XSS vulnerable!)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sent automatically (CSRF-safe)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implement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strong XSS prevention (CSP)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cookies are safest for web apps. localStorage is convenient but vulnerable to XSS attacks.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Sanctum vs Passport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Sanctum (Lightweight)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token-based + SPA cookies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OAuth complexity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DB tokens, not JWTs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first-party apps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(Full OAuth)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OAuth 2.0 server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Code, Client Credentials, PKCE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JWTs as access tokens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third-party platforms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Sanctum. Use Passport only when you need a full OAuth 2.0 server for third-party clients.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Login (Socialite)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Laravel package for OAuth social login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Google, GitHub, Facebook, Twitter &amp; more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entire OAuth flow: redirect, callback, token exchange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separate social_accounts table for multiple providers per user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Redirect to provider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Socialite::driver('google')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-&gt;redirect();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Handle callback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$socialUser = Socialite::driver('google')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-&gt;user();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$socialUser-&gt;getId();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$socialUser-&gt;getName();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$socialUser-&gt;getEmail();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$socialUser-&gt;getAvatar();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Best Practices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access tokens (15min-1hr), refresh tokens (7-30 days)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everywhere — tokens over HTTP can be intercepted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CORS: restrict origins to known domains, never * for auth endpoints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auth endpoints: 5 attempts/min for login &amp; refresh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JWT: check exp, iss, aud — reject alg: none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layered: HTTPS + short tokens + httpOnly cookies + CORS + rate limiting + logging. No single measure is enough.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&amp; JWT Auth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slides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Socialite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OAuth 2.0 &amp; JWT Authentication Guide</dc:title>
  <dc:subject>PptxGenJS Presentation</dc:subject>
  <dc:creator>PptxGenJS</dc:creator>
  <cp:lastModifiedBy>PptxGenJS</cp:lastModifiedBy>
  <cp:revision>1</cp:revision>
  <dcterms:created xsi:type="dcterms:W3CDTF">2026-03-08T13:58:26Z</dcterms:created>
  <dcterms:modified xsi:type="dcterms:W3CDTF">2026-03-08T13:58:26Z</dcterms:modified>
</cp:coreProperties>
</file>