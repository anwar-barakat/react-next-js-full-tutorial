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features,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&amp; channels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slides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Notifications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system to inform users about app events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message via email, SMS, DB, Slack &amp; broadcast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notification class, multiple delivery channels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organized &amp; easy to scale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$user-&gt;notify(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OrderShipped($order));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via($notifiable)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[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'mail','database','broadcast'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Channels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— sends an email to the user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stores in DB for in-app notifications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— real-time via WebSockets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vonage — SMS messages | slack — Slack messages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channels also supported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placed? Email confirmation + database badge + broadcast for live dashboard.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vs Notification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(Mailable)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only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purpose: send email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Mail::to()-&gt;send(...)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need email? Use this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channels at once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DB + SMS + Slack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$user-&gt;notify(...)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Multi-channel? Use this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Mail for email-only. Use Notification when you need more than one channel.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Broadcasting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events from server to browser in real time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WebSockets — no page refresh needed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Reverb, Pusher, Ably or Redis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receive updates instantly via Echo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broadcast(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OrderStatusUpdated($order)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)-&gt;toOthers();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Flow: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Server → WebSocket → Echo → UI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Channels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decide WHO receives a broadcast event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— anyone can listen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— authenticated users only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— authenticated + who's online (chat)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private channels for user-specific data. Presence for online status in chat.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Echo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library listening to broadcast events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frontend to WebSockets automatically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Subscribes to public, private &amp; presence channels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auth for private channels out of the box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Echo.channel('orders')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.listen('OrderShipped', (e) =&gt;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console.log(e.order);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Echo.private(`orders.${userId}`)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.listen('OrderUpdated', (e) =&gt;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updateUI(e.order);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(traditional)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 response → close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One-way, short-lived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must keep polling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real-time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→ talk continuously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Two-way, persistent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pushes anytime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real-time updates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enable chats, dashboards, notifications &amp; collaborative editing.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Reverb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Laravel's own first-party WebSocket server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Self-hosted, free — no Pusher/Ably needed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ReactPHP, handles thousands of connections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compatible with broadcasting &amp; Echo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install:broadcasting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reverb:start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--host=0.0.0.0 --port=8080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.env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BROADCAST_CONNECTION=reverb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REVERB_APP_KEY=my-app-key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Supervisor in production: [program:reverb] with autorestart=true.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Reverb vs Pusher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self-hosted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First-party integration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the server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control, no dependency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after free tier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 service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Auto-scaling, zero maintenance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setup with API keys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Reverb for control &amp; no cost. Pusher for managed convenience. Switching = config change.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Methods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dispatch() — async, queue worker handles later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dispatchSync() — immediate, user waits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dispatchAfterResponse() — after response, no worker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dispatchIf() / dispatchUnless() — conditional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SendEmailJob::dispatch($user);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SendEmailJob::dispatchSync($user);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SendEmailJob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::dispatchAfterResponse($user);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SendEmailJob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::dispatchIf($user-&gt;is_active,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$user);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Something happens → Laravel fires broadcast event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Reverb/Pusher receives via WebSocket server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Echo (JS) listens on the right channel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UI updates instantly — no refresh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Notifications add email/DB/SMS on top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stack: Event → Broadcasting → Reverb → WebSocket → Echo → UI.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Broadcasting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slides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laravel-notifications</dc:title>
  <dc:subject>PptxGenJS Presentation</dc:subject>
  <dc:creator>PptxGenJS</dc:creator>
  <cp:lastModifiedBy>PptxGenJS</cp:lastModifiedBy>
  <cp:revision>1</cp:revision>
  <dcterms:created xsi:type="dcterms:W3CDTF">2026-03-07T08:15:29Z</dcterms:created>
  <dcterms:modified xsi:type="dcterms:W3CDTF">2026-03-07T08:15:29Z</dcterms:modified>
</cp:coreProperties>
</file>