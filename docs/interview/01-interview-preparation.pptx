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HR questions,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answers &amp; etiquette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Questions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Tech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slides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Wa3i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platform for volunteer management &amp; memberships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→ Apply → Approval → Pay → Get certificate (PDF with QR)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paper-based processes with a full digital system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first real project — selected after top score in training program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Built auth with Spatie Permissions, dashboards with charts, user tracking &amp; logs.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Tripz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trip booking platform connecting schools, destinations &amp; parents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book trips in under 1 minute — no middlemen needed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integration with automated fund splitting (destination + platform)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chat, notifications, PDF/Excel exports, analytics dashboards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Full-Stack Developer — RBAC, booking workflows, payments, Vue→React migration.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Ednet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e-learning platform for UAE Ministry of Education curriculum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watch lectures, take AI-generated quizzes, track progress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create questions → AI generates answer choices + variations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 apply directly to universities from the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Full-Stack Developer — auth, dashboards, AI quiz tools, multi-language, Zustand state.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&amp; Learning Projects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API Tutorial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backend (API only)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Stripe, testing, queues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Events, listeners, factories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Progressive: basics → best practices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&amp; Next.js Tutorial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focused topics as real components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Context, Zustand, Redux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Forms: React Hook Form + Zod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Full-stack: API Routes, Prisma, Jest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About Yourself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with 3+ years experience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mainly with Laravel, React &amp; TypeScript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real platforms: Ednet (AI e-learning), Tripz (trip booking)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Passionate about clean code, real-time features &amp; AI integration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Complex Booking Workflow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Tripz had many user roles with different approval states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booking logic without errors was very challenging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clear state-based workflow with Laravel events &amp; transactions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real-time updates so users always saw correct status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challenge pushed me to think differently, learn new approaches, and expand my knowledge.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AI Quiz Generation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Ednet needed auto-generated quizzes useful for students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AI model to generate questions &amp; answer choices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question variations to improve learning effectiveness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student dashboard to track quiz results &amp; progress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Weakness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organized code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Full-stack: backend to frontend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problem solving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production systems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focus too much on details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to balance speed &amp; quality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prioritize tasks better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before coding helps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Should We Hire You?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experience building live platforms with actual users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payments, real-time systems &amp; role-based access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independently and in teams — deliver on time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about quality, performance &amp; long-term stability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Goals &amp; Growth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years: senior developer leading projects &amp; building at scale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 in system design, performance optimization &amp; AI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learning Next.js — building portfolio with it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 there's nothing impossible if willing to learn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Tripz, learned React in parallel while building the production system — went from basic to advanced.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Pressure &amp; Teamwork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&amp; Deadlines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tasks into smaller steps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priorities first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early if risk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calm and organized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Remote Work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with both on-site &amp; remote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with international teams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communication, on-time delivery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ideas, collaborate, learn together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with a Teammate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Tripz: senior preferred Vue, I recommended React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reasoning with facts: TypeScript, ecosystem, complex state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Discussed openly — project lead agreed with React recommendation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respected other opinion, focused on project needs, not ego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listen first, focus on facts and project needs, and let the team lead decide if we still disagree.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&amp; Feedback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Mistake I Made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Underestimated task complexity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break tasks into small steps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before coding prevents feeling stuck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communicate early about risks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Feedback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feedback — it improves the product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carefully to others' opinions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changes, break into tasks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improvements step by step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 &amp; Prioritization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Requirements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clarifying questions first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task into smaller parts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prototype, share early for feedback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frequently — ask &gt; assume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Tasks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vs important — not always same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blocking others go first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large tasks into smaller steps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if priorities need adjusting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&amp; Debugging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Experience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week sprints, daily standups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planning, reviews, retros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Jira/Trello for task tracking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Iterative: deliver in small increments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Debugging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calm → reproduce → check logs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Isolate: frontend/backend/DB/3rd party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Fix, test, deploy carefully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Post-mortem: document &amp; prevent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You Different?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production experience — not just tutorials or small projects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Full-stack: database design → API → frontend → deployment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systems: real-time, payments, RBAC, AI features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Vue→React while learning React at the same time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use AI tools (Claude Code) — significantly more productive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Software Development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increases productivity — build features significantly faster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write cleaner, more consistent code across the codebase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Claude Code, GitHub Copilot, Cursor, ChatGPT, v0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doesn't replace devs — it amplifies them (2-3x productive)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skill: how to prompt, review &amp; guide AI output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who embrace AI will be far more productive. Those who resist will fall behind.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 Knowledge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= JS runtime on V8 engine — server-side JavaScript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= minimal framework for APIs and web servers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map to Laravel: Route::get() → app.get(), middleware, req/res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transfer: routing, middleware, auth, DB, API design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understand fundamentals well, switching frameworks is about learning syntax, not concepts.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Etiquette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During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place, test equipment, be early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clearly, don't rush, smile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interrupt — listen fully first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interviewer's name — shows attention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&amp; After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camera — creates eye contact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lighting, clean background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follow-up email within 24 hours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something specific from the call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Interview Phrases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time: "That's a great question. Let me think for a moment."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know: "I haven't used that, but I'm familiar with the concept."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Redirect: "I haven't done exactly that, but in [project] I handled..."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Confirm: "Does that answer your question, or shall I go deeper?"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lie. Stay calm. It's okay to ask for clarification — good communication starts with understanding.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Preparation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slides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Answers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Tech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Interview Preparation Guide</dc:title>
  <dc:subject>PptxGenJS Presentation</dc:subject>
  <dc:creator>PptxGenJS</dc:creator>
  <cp:lastModifiedBy>PptxGenJS</cp:lastModifiedBy>
  <cp:revision>1</cp:revision>
  <dcterms:created xsi:type="dcterms:W3CDTF">2026-03-07T20:41:58Z</dcterms:created>
  <dcterms:modified xsi:type="dcterms:W3CDTF">2026-03-07T20:41:58Z</dcterms:modified>
</cp:coreProperties>
</file>