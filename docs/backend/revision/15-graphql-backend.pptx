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mutations, schemas,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 &amp; implementation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&amp; Node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Pagination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GraphQL?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 for APIs — client decides exactly what data it needs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endpoint (/graphql) for all operations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requested fields — no over-fetching or under-fetching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 &amp; self-documenting via schema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 asks for specific fields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user(id: 1)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returns exactly that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"Anwar",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"email": "anwar@example.com"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vs 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endpoints (/users, /posts)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decides response shape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Over/under-fetching common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HTTP caching by URL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(/graphql)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decides response shape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data, no waste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caching (single URL)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versioning needed (/v1, /v2). GraphQL: add new fields, deprecate old ones — no versioning.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(Reading Data)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= read/fetch data (equivalent of GET in REST)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nested relationships in a single query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exactly the fields you ask for — nothing more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make queries reusable and dynamic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with nested posts &amp; comments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user(id: 1)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comments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author { name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variables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GetUser($id: ID!)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user(id: $id) { name email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(Writing Data)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= create, update or delete data (POST/PUT/DELETE)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modified data so client stays in sync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input types to group related fields together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run sequentially (queries can run in parallel)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createUser(input: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"Anwar"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"anwar@example.com"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 "secret123"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deleteUser(id: 1) { id message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(Real-Time)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subscribes to events — server pushes updates via WebSockets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Event-driven: 'notify me when X happens'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chat, live notifications, order status, dashboards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GraphQL servers support subscriptions out of the box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messageCreated(chatId: "123")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sender { name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Server pushes when event fires: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"data": { "messageCreated":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"Hello!",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"sender": { "name": "Anwar"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= contract between client and server (single source of truth)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types: Int, Float, String, Boolean, ID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means required (non-nullable) | [Type!]! = required list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 for mutations | enum for fixed values | interface for shared fields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ID!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Role!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posts: [Post!]!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CreateUserInput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Role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MODERATOR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return data for specific fields in the schema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says 'what' data exists — resolver says 'how' to get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Arguments: parent, args, context (auth/DB), info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resolvers for nested relationships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resolvers =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async (_, { id }, ctx)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User.findById(id),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Mutation: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createUser: async (_, { input })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user = new User(input);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await user.save();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posts: async (parent)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Post.find({authorId: parent.id}),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Problem in GraphQL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related data causes too many DB queries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posts = 1 query for posts + 10 queries for authors = 11 total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DataLoader batches IDs into one query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Lighthouse: eager loading &amp; batch loaders solve this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DataLoader (N+1)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1 → SELECT * FROM users WHERE id=1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2 → SELECT * FROM users WHERE id=2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10 separate queries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DataLoader (batched)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userLoader = new DataLoader(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(ids)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User.find({_id: {$in: ids}});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query: WHERE id IN (1,2,3)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in GraphQL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extract user from token in context setup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check permissions in resolvers or via directives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has no built-in auth — you implement it yourself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middleware/directives to avoid repeating auth logic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Context extracts user from token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({ req })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req.headers.authorization;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getUserFromToken(token);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user 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Resolver checks auth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me: (_, __, ctx)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(!ctx.user)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AuthenticationError(...);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ctx.user;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Offset-Based (Simple)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posts(limit: 10, offset: 0)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skip/duplicate on data change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small datasets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(Recommended)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posts(first: 10, after: 'cursor')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with real-time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 at scale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→ node + cursor + pageInfo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is recommended by GraphQL best practices — handles data changes between pages.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always returns HTTP 200 — even with errors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response body: message, path, extensions (code)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partial responses — some fields succeed, others fail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 error classes: AuthError, ForbiddenError, InputError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 response format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"user": null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[{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"message": "User not found",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"path": ["user"],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"extensions":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"code": "NOT_FOUND",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"statusCode": 404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with Laravel (Lighthouse)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GraphQL package for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Schema-first: define schema, Lighthouse maps to Eloquent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directives: @all, @find, @create, @hasMany, @auth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CRUD needs zero PHP code — just schema + directives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Query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users: [User!]! @all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user(id: ID! @eq): User @find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Mutation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createUser(input: CreateUserInput!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@spread): User! @create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ID!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String!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posts: [Post!]! @hasMany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with Node.js (Apollo)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GraphQL server for Node.js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typeDefs (schema) and resolvers (logic) separately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 auth &amp; shared data, DataLoader for N+1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Studio for testing, monitoring &amp; schema exploration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new ApolloServer({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typeDefs,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resolvers,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context: ({ req }) =&gt;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getUserFromToken(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req.headers.authorization);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user };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startStandaloneServer(server,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listen: { port: 4000 } });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GraphQL vs REST?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GraphQL When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needs flexible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nested relationships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clients (web/mobile/admin)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API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REST When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CRUD operations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HTTP caching needed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are major feature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more familiar with 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both — REST for simple ops, GraphQL for complex data. Choose based on needs, not hype.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for Backend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GraphQL for Backend</dc:title>
  <dc:subject>PptxGenJS Presentation</dc:subject>
  <dc:creator>PptxGenJS</dc:creator>
  <cp:lastModifiedBy>PptxGenJS</cp:lastModifiedBy>
  <cp:revision>1</cp:revision>
  <dcterms:created xsi:type="dcterms:W3CDTF">2026-03-08T13:47:46Z</dcterms:created>
  <dcterms:modified xsi:type="dcterms:W3CDTF">2026-03-08T13:47:46Z</dcterms:modified>
</cp:coreProperties>
</file>