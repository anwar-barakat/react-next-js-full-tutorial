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design patterns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PHP &amp; Laravel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&amp; MVVM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slides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between application logic and the database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database queries live in Repository classes, not controllers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Interface-based — easy to swap DBs or mock in tests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Repository → Database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UserRepositoryInterface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findById(int $id);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create(array $data);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UserRepository implements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UserRepositoryInterface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findById($id)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User::find($id);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app()-&gt;bind(UserRepositoryInterface::class,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UserRepository::class);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in dedicated Service classes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stay thin — only receive requests &amp; return responses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are reusable across controllers, jobs &amp; commands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test logic in isolation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OrderService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__construct(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OrderRepository $orders,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PaymentGateway $payment,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{}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placeOrder($user, $items)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$order = $this-&gt;orders-&gt;create(...);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$this-&gt;payment-&gt;charge($order-&gt;total);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$order;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vs Repository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access layer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 queries, CRUD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to: Database / Eloquent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get/save data?"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 rules, workflows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to: Repos, APIs, mailers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should happen with data?"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Controller → Service → Repository → Database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objects without exposing creation logic to caller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decides which class to instantiate based on input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object creation — caller doesn't need to know classes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Laravel: User::factory(), Storage::disk(), Cache::store()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NotificationFactory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function make($type)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match ($type)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'email' =&gt; new EmailNotification(),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'sms'   =&gt; new SmsNotification(),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default =&gt; throw new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InvalidArgumentException(),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 = NotificationFactory::make('email');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only ONE instance of a class exists in the app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parts share the same instance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config, logger, cache manager, DB connection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Laravel: app()-&gt;singleton(Logger::class, fn() =&gt; new Logger())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Logger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static ?Logger $inst = null;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function __construct() {}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function getInstance()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(static::$inst === null)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static::$inst = new static();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static::$inst;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Always same instance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$log = Logger::getInstance();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auto-react when another object changes state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notifies all registered observers on events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coupling — subject doesn't know who's observing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Laravel: Eloquent observers + Events/Listeners 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UserObserver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created(User $user)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Mail::to($user)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-&gt;send(new WelcomeMail());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deleted(User $user)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Log::info("User {$user-&gt;id}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deleted");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User::observe(UserObserver::class);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Constructs complex objects step by step via method chaining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huge constructors with fluent, readable interface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variations using the same construction process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Laravel: Query builder, Mail builder, HTTP client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Laravel Query Builder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User::where('active', true)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-&gt;orderBy('name', 'asc')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-&gt;limit(10)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-&gt;paginate();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Mail Builder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Mail::to($user)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-&gt;cc($admin)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-&gt;send(new OrderConfirmation());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HTTP Client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Http::withHeaders([...])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-&gt;timeout(30)-&gt;get($url);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two incompatible interfaces work together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translator — wraps existing class with new interface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depends on your interface, not third-party APIs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providers without changing application code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SmsGateway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send($phone, $msg);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Adapter wraps Twilio's interface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TwilioAdapter implements SmsGateway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__construct(private TwilioSms $twilio){}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send($phone, $msg)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$this-&gt;twilio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-&gt;sendTextMessage($phone, $msg);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interface to a complex system or subsystem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complexity behind a clean, easy-to-use API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change underlying functionality — just simplifies access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Laravel: Cache::get(), DB::table(), Route::get(), Mail::to()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Facades let you use complex subsystems with one-line calls — Log::info() hides file handling, formatting &amp; writing.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of algorithms in separate classes — interchangeable at runtime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chooses which strategy to use — avoids if/else chains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add new strategies without changing existing code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Laravel: cache drivers, mail drivers, queue drivers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SortStrategy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sort(array $data);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QuickSort implements SortStrategy{}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BubbleSort implements SortStrategy{}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Sorter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__construct(private SortStrategy $s){}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sort(array $data)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$this-&gt;s-&gt;sort($data);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$sorter = new Sorter(new QuickSort());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Encapsulates an action as an object — decouple sender from receiver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queuing, logging, and undoing operations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Laravel: Artisan commands + queued Jobs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dispatch(new ProcessPayment($order)) = command pattern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Command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execute(): void;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CreateOrderCommand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implements Command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__construct(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User $user,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OrderService $svc) {}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execute(): void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$this-&gt;svc-&gt;placeOrder($this-&gt;user);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class its dependencies from outside, not inside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constructor (most common), method, property injection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Container auto-resolves &amp; injects dependencies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loose coupling, testability &amp; flexibility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Without DI (tight coupling)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UserController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__construct()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$this-&gt;svc = new UserService(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new UserRepo(), new Mailer());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 DI (loose coupling)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UserController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__construct(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UserService $svc) {}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data &amp; database logic (Eloquent models)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— display / UI (Blade templates, JSON responses)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— handles requests, connects Model &amp; View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 — each layer has one job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→ Router → Controller → Model → DB → View → Response → Browser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data &amp; API logic | View — UI components (JSX/template)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 — bridge holding UI state &amp; logic (React hooks, Vue setup)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auto-updates when ViewModel state changes (data binding)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React, Vue, Angular, SwiftUI, Jetpack Compose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React: hook = ViewModel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useUsers()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[users, setUsers] = useState([]);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useEffect(() =&gt;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fetchUsers().then(setUsers);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[]);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users };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View just displays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UserList()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users } = useUsers();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users.map(u =&gt; &lt;li&gt;{u.name}&lt;/li&gt;);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vs MVP vs MVVM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(Backend)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handles input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picks View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may read Model directly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Laravel, Django, Rails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(Frontend)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 holds state &amp; logic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auto-updates via binding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only knows ViewModel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Vue, Angular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MVC: controller controls everything (backend). MVVM: view auto-updates from state (frontend).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new behavior to an object dynamically without modifying it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existing object and adds extra functionality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Open/Closed Principle — extend without changing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Laravel: Middleware wraps request/response, HTTP client chaining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TimestampLogger implements Logger{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__construct(private Logger $logger){}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log(string $msg)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$ts = '['.date('Y-m-d H:i:s').'] ';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$this-&gt;logger-&gt;log($ts . $msg);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Stack decorators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$log = new TimestampLogger(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FileLogger());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Responsibility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passes through a chain of handlers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handler processes it or passes to the next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sender from receiver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Laravel: middleware pipeline is exactly this pattern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 → Rate limit middleware → CORS middleware → Controller. Each decides: handle or pass.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 Categories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Creational &amp; Structural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Creational: Factory, Singleton, Builder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objects are created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Structural: Adapter, Decorator, Facade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objects are composed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&amp; Architectural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Behavioral: Observer, Strategy, Command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objects communicate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Architectural: MVC, MVVM, Repo, Service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whole system is organized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slides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Patterns Guide</dc:title>
  <dc:subject>PptxGenJS Presentation</dc:subject>
  <dc:creator>PptxGenJS</dc:creator>
  <cp:lastModifiedBy>PptxGenJS</cp:lastModifiedBy>
  <cp:revision>1</cp:revision>
  <dcterms:created xsi:type="dcterms:W3CDTF">2026-03-08T10:20:29Z</dcterms:created>
  <dcterms:modified xsi:type="dcterms:W3CDTF">2026-03-08T10:20:29Z</dcterms:modified>
</cp:coreProperties>
</file>