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ORM, migrations,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operations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that define database structure changes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your database schema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 or delete tables &amp; columns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DB consistent across all environments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Schema::create('users', function($t)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$t-&gt;id();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$t-&gt;string('name');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$t-&gt;string('email')-&gt;unique();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$t-&gt;timestamps();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the database using PHP classes, not SQL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represented by a Model class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insert, update &amp; delete with clean syntax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relationships, scopes, casts &amp; more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is an Active Record implementation — each model instance maps to one database row.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Seeders &amp; Factories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initial/demo data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dev environments fast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artisan db:seed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combined with factories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fake model data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Faker for realistic values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User::factory(50)-&gt;create()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testing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Relationships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how database tables are connected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One-to-One: User hasOne Profile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One-to-Many: User hasMany Posts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Many-to-Many: User belongsToMany Roles (pivot)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Has-Many-Through &amp; Polymorphic for advanced use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&amp; One-to-Many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hasOne() + belongsTo()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has one Profile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→ one row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has one Payment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hasMany() + belongsTo()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has many Posts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→ many rows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has many Comments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records link via pivot table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belongsToMany() in both models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attach() / detach() / sync() to manage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Users ↔ Roles, Posts ↔ Tags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roles():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BelongsToMany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$this-&gt;belongsToMany(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Role::class);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$user-&gt;roles()-&gt;attach($id);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$user-&gt;roles()-&gt;sync([1,2,3]);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Has-Many-Through &amp; Polymorphic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Has-Many-Through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distant table via middle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→ Users → Posts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hasManyThrough()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middle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models share relation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morphMany() / morphTo()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&amp; Videos have Comments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serves all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vs Lazy Loading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relations with main query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User::with('posts')-&gt;get()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N+1 problem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loops &amp; lists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relations on first access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Eloquent behavior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N+1 in loops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when not always needed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N+1: 100 users = 1 query + 100 profile queries. Eager loading: just 2 queries.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create() vs save()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creation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mass assignment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$fillable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User::create([...])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creation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fields manually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new &amp; existing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$user-&gt;save()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vs all() vs find()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all() → every record, no filtering possible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→ retrieve after conditions (where, orderBy)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find(1) → by primary key, returns null if not found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findOrFail(1) → by primary key or throw 404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User::all();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User::where('active', true)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-&gt;orderBy('name')-&gt;get();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User::find(1);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User::findOrFail(1);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User::find([1,2,3]);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delete() vs forceDelete()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deleted_at timestamp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still in database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restored later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soft delete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forceDelete()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removes row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restored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soft deletes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caution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with() vs whereHas()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with() — 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 relationships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filter results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N+1 queries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User::with('posts')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whereHas() — Filter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relationship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matching models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published posts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with()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with() loads related data. whereHas() filters the parent. Use both together.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Transactions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DB actions as one safe unit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succeeds together or fails together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half-done operations &amp; broken data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payments, orders, transfers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DB::transaction(function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$order = Order::create([...]);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$order-&gt;items()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-&gt;createMany(...);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$order-&gt;payment()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-&gt;create(...);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Indexes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database find data faster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index → scan every row O(n)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index → B-Tree lookup O(log n)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rows: ~1,000,000 steps vs ~20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$table-&gt;index('email');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$table-&gt;unique('email');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$table-&gt;index(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['user_id', 'created_at']);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$table-&gt;fullText(['title','body']);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columns you search often. Don't index everything — it slows writes.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Multi-column indexes read left to right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start from first column to be used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(user_id, status, created_at)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where('status') alone won't use this index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EXPLAIN to verify index usage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Index: (user_id, status, date)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Uses index: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where('user_id', 1)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where('user_id', 1)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-&gt;where('status','paid')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Skips index: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where('status', 'paid')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vs MySQL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CRUD, fast reads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JSON support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hosting supports it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blogs, e-commerce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queries, analytics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JSON, arrays, GIS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data rules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large/complex apps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for simple apps. PostgreSQL for complex data, JSON-heavy apps &amp; analytics.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for your app — like Google for your data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typos, autocomplete &amp; relevance ranking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millions of records nearly instantly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MySQL, copies to Elasticsearch for search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&lt;10K: WHERE/LIKE. 10K-1M: PostgreSQL full-text. &gt;1M: Elasticsearch.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+ Scout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= simplest way to add search to Laravel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 Searchable to your model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Product::search('headphones')-&gt;paginate(20)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Auto-syncs on create, update &amp; delete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Searchable;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extends Model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Searchable;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toSearchableArray(){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'name' =&gt; $this-&gt;name,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'desc' =&gt; $this-&gt;description,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 — all succeed or all fail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DB always moves to valid state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— concurrent transactions don't interfere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— committed data survives crashes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(InnoDB) &amp; PostgreSQL fully support ACID. MongoDB: single-doc yes, multi-doc weaker.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MongoDB?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— stores JSON-like documents, not tables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schema: no migrations, add fields anytime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nested objects &amp; arrays natively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real-time apps, CMS, logging, IoT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MongoDB document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"Ahmed",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"address":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"city": "Dubai"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"skills": ["Laravel","React"]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vs 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with rows &amp; columns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schema, migrations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JOINs, full ACID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e-commerce, banking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with JSON docs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no migrations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data, horizontal scaling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real-time, IoT, CMS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structured data with relationships. MongoDB for flexible, nested, fast-changing data.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= Table | Document = Row | Field = Column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store related data inside document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Referencing: store ID, look up separately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$lookup = like JOIN (slower, avoid heavy use)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$match → $group → $sort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when read together &amp; rarely changes. Reference when shared or changes often.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 Laravel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mongodb/laravel-mongodb package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MongoDB Model instead of Eloquent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almost like normal Eloquent syntax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arrays &amp; nested objects without extra tables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MongoDB\Laravel\Eloquent\Model;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extends Model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$connection = 'mongodb';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$collection = 'products';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Product::where('price','&gt;',500)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-&gt;get();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Indexing &amp; Sharding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concept as SQL indexes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createIndex({ email: 1 })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&amp; unique indexes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= scan all docs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across servers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holds a shard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huge datasets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don't need it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Database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laravel-database</dc:title>
  <dc:subject>PptxGenJS Presentation</dc:subject>
  <dc:creator>PptxGenJS</dc:creator>
  <cp:lastModifiedBy>PptxGenJS</cp:lastModifiedBy>
  <cp:revision>1</cp:revision>
  <dcterms:created xsi:type="dcterms:W3CDTF">2026-03-07T08:15:29Z</dcterms:created>
  <dcterms:modified xsi:type="dcterms:W3CDTF">2026-03-07T08:15:29Z</dcterms:modified>
</cp:coreProperties>
</file>