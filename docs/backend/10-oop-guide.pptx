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606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 applied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PHP &amp; Laravel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6948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333756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&amp; Composition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69480" y="333756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69480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&amp; Final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slides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OOP?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style where code is organized into objects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contain both data (properties) and actions (methods)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Car object has color, brand + drive(), brake()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code reusable, organized, and maintainable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vs Object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= blueprint defining properties and methods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= actual instance created from that class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 can create many objects with different data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Car() creates an object from the Car class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Car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$color;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drive(): void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'Driving';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$car = new Car();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$car-&gt;color = 'Red';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$car-&gt;drive();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Pillars of OOP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— keeps data &amp; methods together, hides internals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— reuse &amp; extend another class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— same method, different behavior per object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— show only important features, hide complexity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pillars form the foundation of all object-oriented programming.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data &amp; methods together, control access to data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internal data from direct outside modification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using access modifiers: private, protected, public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controlled access via getter/setter methods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BankAccount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float $balance = 0;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deposit(float $a)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$this-&gt;balance += $a;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getBalance(): float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$this-&gt;balance;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$account-&gt;balance = 9999; // Not allowed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class reuses properties &amp; methods from parent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common code once, reuse in child classes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extends keyword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Eloquent models inherit from the Model class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Animal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breathe()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'Breathing';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 extends Animal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bark()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'Woof!';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$dog = new Dog();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$dog-&gt;breathe(); // inherited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$dog-&gt;bark();    // own method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method name, different behavior per object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action works differently for different classes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common: method overriding in child classes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interface, multiple implementations — flexible &amp; extensible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Shape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area(): float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Circle extends Shape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area(): float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pi() * $this-&gt;r ** 2;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Rectangle extends Shape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area(): float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$this-&gt;w * $this-&gt;h;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complex implementation, show only necessary features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what an object does, not how it does it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with abstract classes and interfaces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instantiate an abstract class directly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 class Payment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abstract public function charge(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$amount): bool;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logPayment($a)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Log::info("Paid {$a}");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StripePayment extends Payment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charge($a): bool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Stripe-specific logic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 vs Interface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have implemented methods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have properties &amp; constructor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extends ONE abstract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visibility (public/private)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method signatures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properties or constructor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implements MULTIPLE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always public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abstract class for shared base logic. Use interface for contracts across unrelated classes.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Modifiers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— accessible from anywhere (API methods)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— same class only (internal helpers)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— class + child classes (methods children may use)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in PHP: public if no modifier specified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Overriding &amp; Overloading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83464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83464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redefines parent's method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name, same parameters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child behavior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PHP &amp; Laravel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83464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83464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name, different params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doesn't support natively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default parameters instead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...$args variable-length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&amp; Destructor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__construct() runs automatically when object is created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initialize data or set up resources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__destruct() runs when object is destroyed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clean up: close connections, free memory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DatabaseConnection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PDO $conn;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__construct($dsn)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$this-&gt;conn = new PDO($dsn);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__destruct()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$this-&gt;conn = null;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Keyword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&amp; methods belonging to the class, not any object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ClassName::method() or self:: from inside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object needed to call static members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examples: User::find(), Cache::get(), Route::get()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Counter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int $count = 0;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function increment()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self::$count++;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Counter::increment();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Counter::$count; // 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vs $this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83464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83464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$this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Refers to current object instance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an object to exist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non-static members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$this-&gt;name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83464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83464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Refers to current class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object needed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static members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self::$type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Keyword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 class from being extended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 method from being overridden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critical functionality &amp; security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business logic cannot be changed by subclasses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class Config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Cannot be extended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BaseService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public function connect()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Cannot be overridden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over Inheritance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Composition: class HAS a dependency (object), not IS-A parent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objects via constructor instead of extending classes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Looser coupling — easier to test, swap &amp; maintain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DI is composition: controllers use services, not extend them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Inheritance (tight coupling)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ReportService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extends PdfGenerator { ...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Composition (preferred)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ReportService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__construct(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PdfGenerator $gen) {}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class its dependencies from outside, not inside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uses other classes but doesn't create them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coupling, easier testing, flexible &amp; maintainable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Container auto-injects into controllers, jobs &amp; services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Without DI (tight coupling)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OrderService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__construct()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$this-&gt;pay = new StripePayment();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 DI (loose coupling)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OrderService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__construct(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PaymentInterface $pay) {}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vs require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/ include_once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if file missing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continues running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include_once = load once only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optional files (views)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/ require_once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error if file missing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stops immediately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require_once = load once only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critical files (config)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uses Composer autoloading — you rarely write include or require manually.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 &amp; Autoloading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 organize &amp; group related classes — avoid name conflicts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App\Models; → use App\Models\User;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Autoloading: classes loaded automatically via PSR-4 standard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handles autoloading — no manual require needed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Namespace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 App\Models;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 { ...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Import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App\Models\User;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$user = new User();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composer.json PSR-4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"autoload":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"psr-4": { "App\\": "app/"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&amp; OOP Concepts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inheritance (extends Model) + traits (HasFactory, SoftDeletes)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Controllers: inheritance + dependency injection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Middleware: Decorator pattern wrapping requests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Container: Dependency Injection engine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Facades: static-looking access to container objects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Events/Listeners: Observer pattern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bind() vs singleton()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bind()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instance every time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object per request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API clients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services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singleton()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instance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object always returned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config, cache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Logger, settings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bind() = new every time. singleton() = create once, reuse everywhere.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slides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OOP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 Guide</dc:title>
  <dc:subject>PptxGenJS Presentation</dc:subject>
  <dc:creator>PptxGenJS</dc:creator>
  <cp:lastModifiedBy>PptxGenJS</cp:lastModifiedBy>
  <cp:revision>1</cp:revision>
  <dcterms:created xsi:type="dcterms:W3CDTF">2026-03-08T10:16:39Z</dcterms:created>
  <dcterms:modified xsi:type="dcterms:W3CDTF">2026-03-08T10:16:39Z</dcterms:modified>
</cp:coreProperties>
</file>