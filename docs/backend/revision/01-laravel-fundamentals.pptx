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architecture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advanced features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Container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Laravel?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PHP web framework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MVC (Model–View–Controller) architecture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elegant syntax for developer productivity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routing, authentication, sessions &amp; caching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is one of the most popular PHP frameworks — used by companies like Twitch, BBC, and 9GAG.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 — expressive database operations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— templating engine for reusable views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CLI — automate common dev tasks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&amp; Seeders — version-controlled schema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Middleware, Queues, Scheduling &amp; Testing built-in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 tool for PHP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update &amp; autoload third-party libraries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packages via composer.json &amp; composer.lock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every Laravel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composer install after cloning any Laravel project to set up all dependencies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CLI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Laravel's built-in command-line interface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controllers, models, migrations instantly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database operations, clear caches, serve the app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— create your own custom commands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php artisan list to see all available commands. Add --help to any command for usage details.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wrapper objects around PHP arrays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Chainable methods: map, filter, pluck, sum, first, count...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and manipulate data with readable syntax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extensively with Eloquent query 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are lazy-evaluated with LazyCollection — ideal for processing large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Container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&amp; provides objects to classes automatically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IoC (Inversion of Control) container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Type-hint a class → Laravel resolves &amp; injects 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new ClassName() in controllers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easy implementation swapping &amp; 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Laravel auto-injects PaymentService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store(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PaymentService $pay)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$pay-&gt;charge(100);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Binding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= contract defining required methods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can implement the same interface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interface → concrete class in a Service Provider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Stripe to PayPal by changing one binding line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Dependency Inversion Principle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$this-&gt;app-&gt;bind(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PaymentInterface::class,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StripePayment::class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&amp; Decoupling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concrete class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change code to swap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mock in tests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flexibility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abstraction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the binding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mock in tests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flexibility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 see new SomeClass() inside a controller — refactor it.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Laravel what to set up when the app starts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app/Providers folder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register() → bind classes/interfaces to the container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boot() → runs after all providers are registered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= the box  |  Provider = puts things in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= another name for Laravel's service container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does NOT create objects — Laravel does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moves from your code → to the framework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Type-hint in constructor → object auto-provided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IoC: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$service = new UserService();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IoC: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UserService $svc) {}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are given from outside, not created inside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auto-provides objects via type-hints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code cleaner, testable &amp; easy to change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types: constructor, method, and property injection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 is the most common. Method injection works in controller actions too.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Static-like syntax backed by the service container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instance creation needed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Cache::, DB::, Mail::, Storage::, Route::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and mock despite static appearance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Cache::put('key', 'value', 60);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DB::table('users')-&gt;get();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Mail::to($user)-&gt;send(...);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 vs Helpers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service container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&amp; mockable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Class-based syntax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Cache::get('key')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global functions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calls, no container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shortcuts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cache('key')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Telescope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monitoring dashboard for Laravel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requests, exceptions, DB queries, jobs, mail &amp; more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your app's behavior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development &amp; debugging workflows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as dev dependency only: composer require laravel/telescope --dev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Tinker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REPL for Laravel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code snippets directly in the terminal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database, create models, fire events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PsySH — perfect for quick debugging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Tinker to test Eloquent queries before putting them in code: User::where('active', true)-&gt;count()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= something happened in your app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Observer pattern — one event, many listeners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controllers thin, logic organized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behavior without changing existing code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UserRegistered, OrderPlaced, PaymentFailed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vs Observers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action in your app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manually by you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event classes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UserRegistered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model only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automatically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lifecycle hooks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updated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= the code that runs when an event fires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User registered → Listener: Send welcome email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can trigger multiple listeners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auto-runs all listeners attached to an event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ShouldQueue on a listener to process it in the background.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slow tasks in the background, not during user request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gets immediate response — task processes later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tasks: emails, reports, image processing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 database, Redis, SQS, Beanstalkd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app feel faster and smoother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= a class representing one task to perform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dispatch() hands the job to the queue worker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= immediate, synchronous — user waits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= asynchronous — user does not wait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= the tasks  |  Queues = where &amp; when they run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dispatch(new SendWelcomeEmail($user));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Immediate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Mail::send('welcome', $data, ...);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Queue Drivers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driver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job immediately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 cycle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waits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local/testing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driver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 background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processes later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does not wait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Workers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 that watches &amp; runs queued jobs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jobs one by one and executes them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php artisan queue:work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Supervisor in production for auto-restart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queue:restart after deploying — workers cache the old app state in memory.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Jobs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that didn't complete due to an error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failed_jobs database table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all: php artisan queue:retry all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one: php artisan queue:forget {id}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max retries &amp; backoff per job class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store frequently used data for speed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repeated DB queries &amp; heavy calculations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Cache::put() — store for duration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Cache::forever() — store permanently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Cache::remember() — get or compute &amp; cache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 File (dev) · Database (no Redis) · Redis (production, fastest)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that define what a service must do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job description: what, not how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Mail contract requires a send() method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consistency across implementations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depends on contracts, not concrete classes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Fundamentals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Container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laravel-fundamentals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