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requests &amp;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lifecycle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Routes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Binding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Routing?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determines how your app responds to HTTP requests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routes/web.php and routes/api.php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URL + HTTP method to a controller or closure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routes/web.php clean — move logic into controllers.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Routes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route a name for easy reference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URLs and redirects without hardcoding paths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route() helper to reference by name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Route::get('/dashboard',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[DashCtrl::class, 'index'])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-&gt;name('dashboard');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redirect()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-&gt;route('dashboard');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vs POST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Route::get()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GET requests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/ show data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URL query string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 &amp; bookmarkable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Route::post()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POST requests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/ create data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request body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cached or bookmarked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Object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information about the current HTTP request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method, URL, headers, query params, body &amp; cookies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wraps PHP's native request into a clean object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Type-hint Request in controllers — auto-injected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$request-&gt;validated() after form validation — returns only validated fields.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Input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input('key') → get a specific input value from any source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all() → get all request data as an array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has('key') → check if a value exists in the request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only([...]) / except([...]) → selective field retrieval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method() → get the HTTP method (GET, POST, PUT...)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HTTP?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for client ↔ server communication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request (GET, POST) → server returns response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include HTML, JSON, files, or redirects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exchange includes headers, body, cookies &amp; status codes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codes: 2xx = success, 3xx = redirect, 4xx = client error, 5xx = server error.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vs query()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source: form, JSON, URL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method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all HTTP methods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$request-&gt;input('name')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query string only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form/JSON body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URL parameters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$request-&gt;query('sort')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user to another page or route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redirect('/home') → redirect to a URL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redirect()-&gt;route('name') → to a named route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redirect()-&gt;back() → return to previous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redirect('/home');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redirect()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-&gt;route('dashboard');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redirect()-&gt;back()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-&gt;with('success', 'Saved!');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Flashing Session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data in the session for one request only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for success, error &amp; info messages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automatically removed after being shown once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redirect()-&gt;with() or session()-&gt;flash()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session()-&gt;flash('msg', 'Updated!');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redirect()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-&gt;route('home')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-&gt;with('msg', 'Updated!');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values extracted from the URL path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with curly braces {} in route definitions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Auto-passed to controller method as arguments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bind to a model column: {product:slug}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Route::get('/users/{id}',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[UserCtrl::class, 'show']);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Route::get('/products/{product:slug}',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[ProductCtrl::class, 'show']);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vs Optional Params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{id}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present in URL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won't match without it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value needed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/posts/{id} → /posts/5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{name?}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omitted from URL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with ? suffix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default value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/users/{name?} → /users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Groups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settings to many routes at once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middleware, URL prefix &amp; namespaces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routes clean, organized &amp; DRY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Route::middleware(['auth'])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-&gt;prefix('admin')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-&gt;group(function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Route::get('/dashboard', 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Route::get('/users', 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Prefixing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same URL segment to multiple routes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routes under a common path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useful for APIs, admin panels &amp; versioning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Route::prefix('api/v1')-&gt;group(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Route::get('/users', 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Route::get('/posts', 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/api/v1/users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prefix with name() to namespace both URLs and route names.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Model Binding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provides a model instance to your route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finds the model by the route parameter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call findOrFail() — Laravel does 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404 automatically if model isn't found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binding: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Route::get('/users/{id}',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fn($id) =&gt; User::findOrFail($id));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binding: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Route::get('/users/{user}',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fn(User $user) =&gt; $user);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vs Explicit Binding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Auto-resolved by type-hint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param name to model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finds by primary key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configuration needed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define resolution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Route::bind() method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lookup logic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find by username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many requests per time window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abuse, brute-force &amp; DDoS attacks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routes via throttle middleware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route, user or API endpoint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Route::middleware(['throttle:60,1'])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-&gt;group(function ()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Route::get('/api/data', 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custom rate limiters in AppServiceProvider using RateLimiter::for().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Web server (Nginx) receives the request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PHP-FPM starts → public/index.php runs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Composer autoloader + app instance created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Service providers register &amp; boot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Kernel runs middleware → router → controller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 sent → everything destroyed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PHP-FPM &amp; Octane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PHP-FPM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PHP workers in pool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warm worker → fast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Laravel boot per request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stateless, simple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Octane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app once, serves many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Swoole / RoadRunner powered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re-bootstrapping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with shared state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PHP-FPM keeps PHP processes warm. Octane keeps the Laravel app in memory — different layers.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Routing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Routes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Binding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laravel-routing</dc:title>
  <dc:subject>PptxGenJS Presentation</dc:subject>
  <dc:creator>PptxGenJS</dc:creator>
  <cp:lastModifiedBy>PptxGenJS</cp:lastModifiedBy>
  <cp:revision>1</cp:revision>
  <dcterms:created xsi:type="dcterms:W3CDTF">2026-03-07T08:15:29Z</dcterms:created>
  <dcterms:modified xsi:type="dcterms:W3CDTF">2026-03-07T08:15:29Z</dcterms:modified>
</cp:coreProperties>
</file>