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maintainable &amp;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OOP in PHP/Laravel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SOLID Principles?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 for clean, maintainable OOP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Responsibility: one class = one job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Open/Closed: open to extend, closed to modify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Substitution: child must work as parent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Segregation: don't force unused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Inversion: depend on abstractions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guides you to write code that is easy to understand, extend, and maintain.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in PHP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blocks shared between unrelated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PHP's single-inheritance limitation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'use' keyword inside a class to include a trait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examples: HasFactory, SoftDeletes, Notifiable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 Timestamps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getCreatedAt()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$this-&gt;created_at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-&gt;format('Y-m-d');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Timestamps;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Comment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Timestamps;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vs === for Objects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(Loose)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property values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 + equal properties = true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instances can be equal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 == $b → true if same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(Strict)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identity in memory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the exact same object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instances always false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 === $c → true if same reference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values. === compares identity (same object in memory).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(SRP)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should have only one reason to change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= one job or responsibility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does too many things, split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one part won't break another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one class does everything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createUser()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sendWelcomeEmail()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generatePdfReport()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each class has one job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UserService { createUser() {}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UserMailer { sendEmail() {}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UserReport { generatePdf() {} 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 (OCP)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extension, closed for modification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behavior without changing existing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interfaces or abstract classes to allow extension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payment method? Add a new class — don't edit old 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PaymentGateway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charge(float $amt);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StripeGateway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PaymentGateway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PayPalGateway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PaymentGateway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New? Just add a class: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MamoPayGateway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PaymentGateway { ... 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(LSP)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must be substitutable for its parent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parent with child should not break the program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must honor the behavior contract of parent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penguin can't fly, don't extend Bird with fly()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Penguin extends Bird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Penguin extends Bird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fly() { throw new Exception();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redesign hierarchy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Flyable { fly();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Sparrow implements Flyable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Penguin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swim()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fly() — not forced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(ISP)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classes to implement unused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interfaces into smaller, focused ones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 should serve one specific purpose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implements Workable — not forced to eat() or sleep()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one big interface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Worker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work(); eat(); sleep();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 implements Worker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eat() {} // forced, unused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small interfaces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Workable { work();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Eatable { eat();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 implements Workable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work() {} // only what it needs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(DIP)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classes depend on abstractions, not concrete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 &amp; low level depend on interfaces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Container resolves which implementation to inject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implementations without changing high-level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tightly coupled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$this-&gt;pay = new StripePayment();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depends on abstraction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PaymentGateway $pay)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app()-&gt;bind(PaymentGateway::class,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StripePayment::class);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Principles Guide</dc:title>
  <dc:subject>PptxGenJS Presentation</dc:subject>
  <dc:creator>PptxGenJS</dc:creator>
  <cp:lastModifiedBy>PptxGenJS</cp:lastModifiedBy>
  <cp:revision>1</cp:revision>
  <dcterms:created xsi:type="dcterms:W3CDTF">2026-03-08T10:07:49Z</dcterms:created>
  <dcterms:modified xsi:type="dcterms:W3CDTF">2026-03-08T10:07:49Z</dcterms:modified>
</cp:coreProperties>
</file>