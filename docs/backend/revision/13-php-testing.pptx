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 &amp; Pest for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applications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PHP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PHPUnit?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testing framework for PHP — ships with Laravel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classes extending TestCase with test_ methods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Assertions: $this-&gt;assert*() for verifying behavior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verbose — class-based, traditional syntax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UserTest extends TestCase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test_user_can_be_created()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$user = User::factory()-&gt;create();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$this-&gt;assertNotNull($user-&gt;id);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$this-&gt;assertDatabaseHas('users',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['email' =&gt; $user-&gt;email]);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Pest PHP?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wrapper around PHPUnit with cleaner syntax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as functions: it() / test() instead of class methods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expect() API — reads like plain English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power as PHPUnit underneath — fully compatible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it('can create a user',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 = User::factory()-&gt;create();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expect($user-&gt;id)-&gt;not-&gt;toBeNull();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expect($user-&gt;email)-&gt;toBeString();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 vs Pest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methods syntax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$this-&gt;assert*() assertions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/ tearDown() lifecycle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but traditional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it(), test()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expect()-&gt;to*() fluent API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beforeEach() / afterEach()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readable, modern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result, different style — Pest reads like English, PHPUnit is more traditional.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Pest in Laravel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require pestphp/pest pestphp/pest-plugin-laravel --dev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artisan pest:install creates Pest.php config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config: uses(TestCase::class)-&gt;in('Feature')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tests: php artisan make:test UserTest --pest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tests/Pest.php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uses(Tests\TestCase::class)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-&gt;in('Feature');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uses(RefreshDatabase::class)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-&gt;in('Feature');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test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make:test UserTest --pest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groups related tests together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beforeEach() runs setup before every test in group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it() / test() define individual test cases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PHPUnit: setUp() method + test_ prefixed methods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describe('User',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beforeEach(function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$this-&gt;user = User::factory()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it('has a name',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expect($this-&gt;user-&gt;name)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-&gt;toBeString();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it('has an email',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expect($this-&gt;user-&gt;email)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-&gt;toContain('@');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Assertions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expect()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expect($v)-&gt;toBe(42)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expect($s)-&gt;toContain('hello')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expect($a)-&gt;toHaveCount(3)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expect($m)-&gt;toBeInstanceOf(User)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 assert*()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$this-&gt;assertEquals('x', $v)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$this-&gt;assertCount(3, $array)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$this-&gt;assertNotNull($value)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$this-&gt;assertInstanceOf(User, $m)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the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RefreshDatabase trait resets DB between tests (transactions = fast)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assertDatabaseHas() — verify row exists with values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assertDatabaseMissing() — verify row doesn't exist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assertDatabaseCount() — verify exact row count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uses(RefreshDatabase::class);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it('creates a user',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User::factory()-&gt;create([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'name' =&gt; 'Anwar']);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$this-&gt;assertDatabaseHas('users',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['name' =&gt; 'Anwar']);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it('deletes a user',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 = User::factory()-&gt;create();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$user-&gt;delete();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$this-&gt;assertDatabaseCount('users', 0);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HTTP Requests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browser requests: get(), post(), put(), delete()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assertStatus(200), assertRedirect(), assertSee('text')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actingAs($user) to authenticate before making requests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assertions for clean, readable test 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it('shows home page',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$this-&gt;get('/')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-&gt;assertStatus(200)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-&gt;assertSee('Welcome');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it('stores a post',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 = User::factory()-&gt;create();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$this-&gt;actingAs($user)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-&gt;post('/posts',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'title' =&gt; 'My Post'])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-&gt;assertRedirect('/posts');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API Endpoints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getJson(), postJson() for API testing with JSON responses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assertJsonStructure() verifies response shape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assertJsonPath() checks specific nested values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assertJsonValidationErrors() for 422 validation failures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it('returns posts as JSON',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Post::factory()-&gt;count(5)-&gt;create();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$this-&gt;getJson('/api/posts')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-&gt;assertOk()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-&gt;assertJsonCount(5, 'data')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-&gt;assertJsonStructure([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'data' =&gt; ['*' =&gt;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'id','title','created_at'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]],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in Tests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actingAs($user) — simulate authenticated user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actingAs($user, 'sanctum') — for API token auth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guests are blocked: assertRedirect('/login')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API guests: assertUnauthorized() (401)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it('shows dashboard to auth user', function(){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 = User::factory()-&gt;create();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$this-&gt;actingAs($user)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-&gt;get('/dashboard')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-&gt;assertOk();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it('blocks guests',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$this-&gt;get('/dashboard')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-&gt;assertRedirect('/login');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it('blocks API guests',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$this-&gt;getJson('/api/user')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-&gt;assertUnauthorized();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 &amp; Faking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Mail::fake() — nothing sent, assert what would be sent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Queue::fake() — jobs not dispatched, assert they were pushed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Event::fake() — events not fired, assert they were dispatched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Http::fake() — mock external API responses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Storage::fake() — no real files written to disk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it('sends welcome email',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Mail::fake();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 = User::factory()-&gt;create();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$user-&gt;notify(new WelcomeMail());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Mail::assertSent(WelcomeMail::class);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it('uploads avatar',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Storage::fake('public');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$file = UploadedFile::fake()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-&gt;image('avatar.jpg');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post file ...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Storage::disk('public')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-&gt;assertExists('avatars/'.$file-&gt;hashName());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Queues, Mail &amp; Events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Notification::fake() + assertSentTo($user, NotifClass)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Queue::assertPushedOn('high', JobClass) — verify queue name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Mail::assertNothingSent() — verify no emails leaked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Http::assertSent() with closure for request matching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it('notifies on ship',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Notification::fake();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 = User::factory()-&gt;create();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$order = Order::factory()-&gt;create(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['user_id' =&gt; $user-&gt;id]);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$order-&gt;markAsShipped();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Notification::assertSentTo(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$user, OrderShipped::class);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Order Tests &amp; Datasets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-&gt;with(['title','content']) runs test for each input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-&gt;todo() marks placeholder tests for future implementation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-&gt;skip('reason') skips tests with explanation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via beforeEach() for DRY test setup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it('validates required fields',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(string $field)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$user = User::factory()-&gt;create();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$this-&gt;actingAs($user)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-&gt;postJson('/api/posts',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[$field =&gt; ''])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-&gt;assertJsonValidationErrors(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[$field]);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})-&gt;with(['title','content','category']);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it('exports CSV')-&gt;todo();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it('imports data')-&gt;skip('not ready');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artisan test — run all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./vendor/bin/pest — Pest directly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--filter='can create' — by name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--parallel — faster execution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--coverage — show coverage report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--stop-on-failure — halt on error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--testsuite=Unit — only unit tests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--testsuite=Feature — only feature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single class/method in isolation. Feature tests: full flow (HTTP, DB, auth together).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Testing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Testing Guide</dc:title>
  <dc:subject>PptxGenJS Presentation</dc:subject>
  <dc:creator>PptxGenJS</dc:creator>
  <cp:lastModifiedBy>PptxGenJS</cp:lastModifiedBy>
  <cp:revision>1</cp:revision>
  <dcterms:created xsi:type="dcterms:W3CDTF">2026-03-08T11:32:50Z</dcterms:created>
  <dcterms:modified xsi:type="dcterms:W3CDTF">2026-03-08T11:32:50Z</dcterms:modified>
</cp:coreProperties>
</file>