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requests &amp; custom rules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Requests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Validation?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incoming data meets rules before processing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app from invalid or harmful data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approaches: validate(), Form Requests, Validator facade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errors automatically if validation fails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server-side — client-side (JS) can be bypassed.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define what data is allowed for each field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required, string, max:255, email, unique:users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via validate() for quick, Form Requests for reusable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custom rules via php artisan make:rule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$request-&gt;validate([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'name'  =&gt; 'required|string|max:255',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'email' =&gt; 'required|email|unique:users',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'age'   =&gt; 'required|integer|min:18',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vs Form Request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method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inline validation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small forms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controller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ceremony, more direct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Request class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reusable class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complex validation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controllers clean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authorize() + messages()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validate() for 1-3 fields. Use Form Requests when rules are reusable or authorization is needed.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Request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classes that handle validation outside controllers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authorize() → controls who can make the request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rules() → returns validation rules array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messages() → custom error messages in one place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Type-hint in controller → auto-validated before code runs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StoreUserRequest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extends FormRequest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rules(): array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'name' =&gt; 'required|string',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'email' =&gt; 'required|email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|unique:users',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Validation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with: php artisan make:rule RuleName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logic built-in rules can't handle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receives attribute, value &amp; $fail callback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array: ['required', new NoBadWords]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NoBadWords implements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ValidationRule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validate(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$attr, mixed $val,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Closure $fail): void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(in_array(strtolower($val),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['spam','fake']))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$fail(':attr has bad word.');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Validation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42316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3200400"/>
            <a:ext cx="242316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Requests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3200400"/>
            <a:ext cx="242316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laravel-validation</dc:title>
  <dc:subject>PptxGenJS Presentation</dc:subject>
  <dc:creator>PptxGenJS</dc:creator>
  <cp:lastModifiedBy>PptxGenJS</cp:lastModifiedBy>
  <cp:revision>1</cp:revision>
  <dcterms:created xsi:type="dcterms:W3CDTF">2026-03-07T08:15:29Z</dcterms:created>
  <dcterms:modified xsi:type="dcterms:W3CDTF">2026-03-07T08:15:29Z</dcterms:modified>
</cp:coreProperties>
</file>