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4754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44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4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2606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&amp; MamoPay with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Laravel + React/TypeScript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269480" y="50292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48640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269480" y="192024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48640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269480" y="333756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7548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slides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initiates payment on frontend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creates payment intent or link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completes payment on secure form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redirects to callback URL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verifies via API + webhook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trust only the redirect. Always verify via webhook.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Setup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Cashier: composer require laravel/cashier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STRIPE_KEY, STRIPE_SECRET, WEBHOOK_SECRET in .env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pk_ key for frontend, sk_ key for backend only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adds stripe_id, pm_type to users table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STRIPE_KEY=pk_test_xxx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STRIPE_SECRET=sk_test_xxx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STRIPE_WEBHOOK_SECRET=whsec_xxx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composer require laravel/cashier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php artisan vendor:publish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--tag="cashier-migrations"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tracking the payment lifecycle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server-side with amount, currency &amp; metadata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client_secret for frontend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requires_method → action → succeeded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$pi = PaymentIntent::create([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'amount' =&gt; round($total * 100),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'currency' =&gt; 'usd',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'metadata' =&gt;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'order_id' =&gt; $order-&gt;id,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(Stripe Elements)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@stripe/react-stripe-js with Elements provider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PaymentElement renders secure card form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confirmPayment() handles 3D Secure auto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data never touches your server (PCI)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&lt;Elements stripe={stripePromise}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options={{ clientSecret }}&gt;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&lt;PaymentElement /&gt;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onClick={() =&gt;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stripe.confirmPayment({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elements,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confirmParams: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return_url: returnUrl },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})}&gt;Pay&lt;/button&gt;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&lt;/Elements&gt;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Session vs Intent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own form (Elements)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design control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code, more flexibility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checkout UX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Checkout Session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Stripe-hosted page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frontend code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method selection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implementation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= you build UI. Session = Stripe builds UI.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Handling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Server-to-server notification from provider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 for authenticity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Handle: succeeded, failed, refunded events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200 quickly — queue heavy tasks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$event = Webhook::constructEvent(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$request-&gt;getContent(),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$request-&gt;header(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'Stripe-Signature'),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config('cashier.webhook.secret')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response('OK', 200);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vs Webhook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redirect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 if tab closed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success page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reliable alone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Server-to-server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Auto-retries on failure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database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of truth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both: callback for UX, webhook for reliability.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 (Cashier)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Billable trait on User model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plans with Stripe Price IDs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newSubscription()-&gt;create($paymentMethod)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Check: subscribed(), onTrial(), onGracePeriod()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Billable;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$user-&gt;newSubscription(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'default', $priceId)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-&gt;trialDays(14)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-&gt;create($paymentMethod);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Lifecycle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Trial → Active → Past Due → Active or Canceled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cancel() → grace period until billing end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resume() → reactivate during grace period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swap() → change plan with proration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Dunning: auto-retry failed payments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invoice.payment_failed webhook with escalating emails.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Full: Refund::create(['payment_intent' =&gt; $id])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Partial: add 'amount' in cents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refunded_amount for partial history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charge.refunded webhook for confirmation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Refund::create([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'payment_intent' =&gt; $order-&gt;pi_id,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'reason' =&gt; 'requested_by_customer'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Partial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Refund::create([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'payment_intent' =&gt; $order-&gt;pi_id,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'amount' =&gt; 500, // $5.00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]);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MamoPay Integration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UAE-focused (local cards, Apple Pay)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API: create payment links, verify charges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MAMOPAY_API_KEY &amp; BASE_URL in .env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 for testing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Http::withToken($apiKey)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-&gt;post($baseUrl.'/v1/links',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'title' =&gt; 'Order #123',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'amount' =&gt; 99.99,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'amount_currency' =&gt; 'AED',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'return_url' =&gt; route('cb'),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'custom_data' =&gt; 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'order_id' =&gt; 123],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]);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MamoPay Charges Array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link → multiple charge attempts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A fails → Card B fails → Card C succeeds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ALL charges to find 'captured'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First/last only misses retries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foreach ($data['charges']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 $charge)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if ($charge['status']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=== 'captured')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$order-&gt;update([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'payment_status' =&gt; 'paid',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'transaction_id' =&gt;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$charge['id'],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]); break;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MamoPay Webhook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X-Mamo-Signature (HMAC SHA256)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charge.captured &amp; charge.failed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via link_id on order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Exclude from CSRF middleware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$expected = hash_hmac('sha256',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$request-&gt;getContent(), $secret);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$sig = $request-&gt;header(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'X-Mamo-Signature');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(!hash_equals($expected,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$sig ?? ''))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response('Invalid', 401);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&amp; Customers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 auto-manages Stripe customers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$user-&gt;invoices() lists all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$user-&gt;downloadInvoice($id) → PDF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methods: add, set default, remove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UserObserver to sync profile changes to Stripe automatically.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 &amp; Multi-Currency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Coupons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via API/Dashboard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 or fixed off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-&gt;withCoupon()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promos on backend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135+ currencies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× 100 (cents)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JPY, KRW = zero-decimal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currency per order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CardException → declined (funds, expired)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RateLimitException → backoff retry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AuthenticationException → wrong key!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ApiConnectionException → network retry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codes to friendly messages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(CardException $e)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$code = $e-&gt;getError()-&gt;code;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back()-&gt;with('error',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friendlyMessage($code));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catch (RateLimitException $e) 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sleep(pow(2, $attempt));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Best Practices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verify on backend — never trust client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amounts match order total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 check if already paid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webhook signatures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 in .env only — never commit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numbers never touch your server with Stripe Elements / MamoPay iframe — PCI compliance.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Debugging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46888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4688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Test Cards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4242 4242 4242 4242 ✓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0000 0000 0002 ✗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4000 0000 0000 3220 3DS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listen --forward-to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46888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46888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MamoPay Testing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sandbox.mamopay.com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cards in dashboard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ngrok for local webhooks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signatures in dev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160520"/>
            <a:ext cx="7680960" cy="640080"/>
          </a:xfrm>
          <a:prstGeom prst="rect">
            <a:avLst/>
          </a:prstGeom>
          <a:solidFill>
            <a:srgbClr val="ECE9E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4160520"/>
            <a:ext cx="36576" cy="64008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416052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use test keys in production or live keys in development.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Architecture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pattern: PaymentProviderInterface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createPayment(), verifyPayment(), refund()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PaymentManager resolves provider per order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provider = implement + register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interface PaymentProviderInterface{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createPayment(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$order): array;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verifyPayment(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$order): array;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function refund(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$order, ?float $a): array;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Intent: tracks payment lifecycle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Secret: frontend key to complete payment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Secure (SCA): bank auth layer (EU)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Idempotency: same request = same result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× 100: smallest currency unit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Concepts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76809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Lifecycle: active → trialing → past_due → canceled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Grace period: access until billing cycle ends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Proration: difference charged on mid-cycle swap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Dunning: auto-retry of failed payments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SCA: EU two-factor for card payments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Issues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31520" y="1371600"/>
            <a:ext cx="3703320" cy="283464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36576" cy="2834640"/>
          </a:xfrm>
          <a:prstGeom prst="rect">
            <a:avLst/>
          </a:prstGeom>
          <a:solidFill>
            <a:srgbClr val="C2836B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updated → webhooks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3DS → check return_url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→ idempotency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→ return 200, queue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371600"/>
            <a:ext cx="3703320" cy="283464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371600"/>
            <a:ext cx="36576" cy="2834640"/>
          </a:xfrm>
          <a:prstGeom prst="rect">
            <a:avLst/>
          </a:prstGeom>
          <a:solidFill>
            <a:srgbClr val="8BA98A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029200" y="15544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MamoPay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0" y="196596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Iframe → data-src first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charge → loop all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CSP → policy headers</a:t>
            </a:r>
            <a:endParaRPr lang="en-US" sz="1300" dirty="0"/>
          </a:p>
          <a:p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8BA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5000"/>
              </a:lnSpc>
              <a:buNone/>
            </a:pPr>
            <a:r>
              <a:rPr lang="en-US" sz="13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 → verify base URL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Routes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411480" cy="20117"/>
          </a:xfrm>
          <a:prstGeom prst="rect">
            <a:avLst/>
          </a:prstGeom>
          <a:solidFill>
            <a:srgbClr val="C2836B">
              <a:alpha val="6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4572000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payment_status, transaction_id, paid_at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 IDs: stripe_pi_id, mamopay_link_id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 table: order_id, amount, reason, status</a:t>
            </a:r>
            <a:endParaRPr lang="en-US" sz="14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C283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</a:t>
            </a:r>
            <a:pPr indent="0" marL="0">
              <a:lnSpc>
                <a:spcPct val="160000"/>
              </a:lnSpc>
              <a:buNone/>
            </a:pPr>
            <a:r>
              <a:rPr lang="en-US" sz="14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 in routes/api.php, no CSRF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1325880"/>
            <a:ext cx="3200400" cy="2651760"/>
          </a:xfrm>
          <a:prstGeom prst="rect">
            <a:avLst/>
          </a:prstGeom>
          <a:solidFill>
            <a:srgbClr val="393D33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0" y="1463040"/>
            <a:ext cx="28346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$table-&gt;string('payment_status')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-&gt;default('pending');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$table-&gt;string('transaction_id')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-&gt;nullable();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$table-&gt;string('stripe_pi_id')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-&gt;nullable();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$table-&gt;string('mamopay_link_id')</a:t>
            </a:r>
            <a:endParaRPr lang="en-US" sz="9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EA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-&gt;nullable();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2F0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2801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2D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Integration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A9A9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slides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01168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solidFill>
            <a:srgbClr val="E8E5DE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85216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Cashier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solidFill>
            <a:srgbClr val="E0E4E9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132320" y="320040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4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1520" y="4663440"/>
            <a:ext cx="7680960" cy="10973"/>
          </a:xfrm>
          <a:prstGeom prst="rect">
            <a:avLst/>
          </a:prstGeom>
          <a:solidFill>
            <a:srgbClr val="C2836B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laravel-payments</dc:title>
  <dc:subject>PptxGenJS Presentation</dc:subject>
  <dc:creator>PptxGenJS</dc:creator>
  <cp:lastModifiedBy>PptxGenJS</cp:lastModifiedBy>
  <cp:revision>1</cp:revision>
  <dcterms:created xsi:type="dcterms:W3CDTF">2026-03-07T08:15:29Z</dcterms:created>
  <dcterms:modified xsi:type="dcterms:W3CDTF">2026-03-07T08:15:29Z</dcterms:modified>
</cp:coreProperties>
</file>