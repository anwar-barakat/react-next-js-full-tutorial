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6060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Authentication, authorization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securing your application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0" y="502920"/>
            <a:ext cx="1645920" cy="118872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0" y="50292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69480" y="502920"/>
            <a:ext cx="1645920" cy="118872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269480" y="50292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Sanctum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920240"/>
            <a:ext cx="1645920" cy="118872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0" y="19202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269480" y="1920240"/>
            <a:ext cx="1645920" cy="118872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269480" y="19202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0" y="3337560"/>
            <a:ext cx="1645920" cy="118872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0" y="33375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269480" y="3337560"/>
            <a:ext cx="1645920" cy="118872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269480" y="33375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Resources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663440"/>
            <a:ext cx="7680960" cy="10973"/>
          </a:xfrm>
          <a:prstGeom prst="rect">
            <a:avLst/>
          </a:prstGeom>
          <a:solidFill>
            <a:srgbClr val="C2836B">
              <a:alpha val="5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slides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.env File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environment-specific config (DB, API keys, app mode)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sensitive data out of the codebase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environment has its own .env — no code changes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values with env() or config() helpers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committed to Git — listed in .gitignore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separates sensitive, environment-specific settings from your application code.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Config Directory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all configuration files for the app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app.php → general | database.php → DB | mail.php → email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anywhere with config('app.name') helper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by concern — clear and predictable 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config('app.name');     // 'Laravel'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config('database.default'); // 'mysql'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config('mail.mailers.smtp.host');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Set at runtime: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config(['app.debug' =&gt; true]);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Attacks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Floods a website with fake traffic from many computers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Overloads the server — makes it slow or unavailable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hundreds of fake customers blocking a store entrance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Protection: Cloudflare, rate limiting, CDN, server scaling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DDoS attack clogs your site with fake requests, stopping real users from accessing it.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Protection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attackers from tricking users into unwanted actions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auto-creates a CSRF token per user session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must include @csrf directive or _token input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checks the token — rejects fakes with 419 error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 method="POST" action="/profile"&gt;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@csrf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name="name" /&gt;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&lt;button&gt;Save&lt;/button&gt;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&lt;/form&gt;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Token auto-verified by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VerifyCsrfToken middleware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in SPAs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SPAs don't use Blade forms — no @csrf directive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sends XSRF-TOKEN cookie via /sanctum/csrf-cookie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sends token in X-XSRF-TOKEN header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reads this cookie automatically with withCredentials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Axios (automatic)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axios.defaults.withCredentials = true;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Fetch (manual)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token = document.cookie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.split('; ')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.find(r =&gt; r.startsWith(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'XSRF-TOKEN='))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?.split('=')[1];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fetch('/api/data',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headers: {'X-XSRF-TOKEN': token}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Policies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containing authorization rules for a model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who can view, update, delete a specific model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policy maps to one model — organized permissions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$this-&gt;authorize('action', $model) in controllers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PostPolicy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function update(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 $user, Post $post): bool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$user-&gt;id ===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$post-&gt;user_id;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Controller: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$this-&gt;authorize('update', $post);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vs Policies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703320" cy="246888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" cy="24688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permission checks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tied to a specific model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global rules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user an admin?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703320" cy="246888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36576" cy="2468880"/>
          </a:xfrm>
          <a:prstGeom prst="rect">
            <a:avLst/>
          </a:prstGeom>
          <a:solidFill>
            <a:srgbClr val="8BA98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Model-specific permissions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policy per model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CRUD rules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user update this post?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for simple global rules. Policies for detailed model-specific permissions.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Sanctum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auth for SPAs, mobile apps &amp; APIs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Cookie-based auth for SPAs (sessions + CSRF)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Token-based auth for mobile/external APIs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OAuth complexity — simpler than Passport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Officially recommended by Laravel for most apps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Generate API token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$token = $user-&gt;createToken(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'mobile-app')-&gt;plainTextToken;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Protect routes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Route::middleware('auth:sanctum')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-&gt;get('/user', fn($req) =&gt;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$req-&gt;user());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Resources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how your data is returned as JSON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layer between Eloquent models and API response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formatted, clean JSON — not raw models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sensitive fields, format dates, add computed data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UserResource extends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JsonResource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function toArray($req)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[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'id'    =&gt; $this-&gt;id,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'name'  =&gt; $this-&gt;name,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'email' =&gt; $this-&gt;email,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new UserResource($user);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vs ResourceCollection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703320" cy="283464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" cy="283464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one model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record → JSON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UserResource($user)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item response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703320" cy="283464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36576" cy="2834640"/>
          </a:xfrm>
          <a:prstGeom prst="rect">
            <a:avLst/>
          </a:prstGeom>
          <a:solidFill>
            <a:srgbClr val="8BA98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ResourceCollection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a collection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of records → JSON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UserResource::collection($users)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pagination &amp; meta data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Securing a Laravel App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Laravel &amp; packages updated — fixes vulnerabilities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HTTPS — encrypts data in transit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CSRF protection — blocks fake requests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&amp; sanitize all input — stops malicious data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APP_DEBUG=false in production — hide stack traces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Eloquent prevents SQL injection. Blade's {{ }} auto-escapes XSS. Rate limiting blocks brute-force.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controlled by user's role, not individual permissions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→ has Roles → Roles have Permissions → Actions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full access | editor: create/update | viewer: read only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— add roles without changing code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— clear visibility of who can do what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RBAC: Manual Implementation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roles, permissions &amp; pivot tables via migrations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hasMany Roles, Role hasMany Permissions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hasRole('admin') and hasPermission('edit-post') helpers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Gate::before() for admin bypass — admin returns true always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User model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function hasRole(string $r)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$this-&gt;roles()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-&gt;where('name', $r)-&gt;exists();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Gate bypass for admin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Gate::before(fn(User $u, $ability)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=&gt; $u-&gt;hasRole('admin') ?: null);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RBAC: Spatie Permission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 RBAC package for Laravel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composer require spatie/laravel-permission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$user-&gt;assignRole('editor') | $user-&gt;hasRole('admin')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Middleware: role:admin, permission:edit posts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Blade: @role('admin') ... @endrole | @can('edit posts')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HasRoles;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Role::create(['name' =&gt; 'admin']);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Permission::create(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['name' =&gt; 'edit posts']);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$admin-&gt;givePermissionTo(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['edit posts', 'delete posts']);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$user-&gt;assignRole('editor');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$user-&gt;hasPermissionTo('edit posts');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Spatie is the standard — use manual RBAC only if you need full custom control.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2801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Security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2194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slides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3200400"/>
            <a:ext cx="1143000" cy="36576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11680" y="3200400"/>
            <a:ext cx="1143000" cy="36576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01168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Sanctum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3200400"/>
            <a:ext cx="1143000" cy="36576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3200400"/>
            <a:ext cx="1143000" cy="36576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52160" y="3200400"/>
            <a:ext cx="1143000" cy="36576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5216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132320" y="3200400"/>
            <a:ext cx="1143000" cy="36576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13232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4663440"/>
            <a:ext cx="7680960" cy="10973"/>
          </a:xfrm>
          <a:prstGeom prst="rect">
            <a:avLst/>
          </a:prstGeom>
          <a:solidFill>
            <a:srgbClr val="C2836B">
              <a:alpha val="50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Laravel Security Guide</dc:title>
  <dc:subject>PptxGenJS Presentation</dc:subject>
  <dc:creator>PptxGenJS</dc:creator>
  <cp:lastModifiedBy>PptxGenJS</cp:lastModifiedBy>
  <cp:revision>1</cp:revision>
  <dcterms:created xsi:type="dcterms:W3CDTF">2026-03-07T08:22:19Z</dcterms:created>
  <dcterms:modified xsi:type="dcterms:W3CDTF">2026-03-07T08:22:19Z</dcterms:modified>
</cp:coreProperties>
</file>