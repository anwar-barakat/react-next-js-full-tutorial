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proxies &amp;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filtering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Middleware?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that runs before or after a request reaches your controller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the request is allowed, modified, or blocked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user request and the controller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auth, permissions, CORS, logging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is a gate that checks the request before it enters the app.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Middleware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Generate: php artisan make:middleware CheckAge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handle() receives Request and Closure $next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$next($request) to pass, or redirect to block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bootstrap/app.php (Laravel 11+)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CheckAge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handle(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 $req, Closure $next)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($req-&gt;age &lt; 18)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redirect('home');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$next($req);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Middleware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runs on every request (TrustProxies, CORS, TrimStrings)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Groups — bundled sets for route groups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Middleware — applied to specific routes only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group = stateful (sessions, CSRF). api group = stateless (throttling, no sessions).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Middleware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Middleware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runs before $next()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or blocks request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never runs if blocked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auth, permissions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Middleware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runs after $next()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or logs response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already succeeded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 security headers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where your logic is placed relative to $next($request).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Middleware (Code)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placed before $next($request)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check or block the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fails, controller never runs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auth → check if logged 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handle($req, $next)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Before logic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(!auth()-&gt;check())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redirect('login');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$next($req);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Middleware (Code)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placed after $next($request)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runs first, then your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logging, adding headers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 security headers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handle($req, $next)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$response = $next($req);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After logic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$response-&gt;headers-&gt;set(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'X-Content-Type-Options',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'nosniff');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$response;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Proxy?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middleman between a user and a server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doesn't go directly to the website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You → Proxy → Website → Proxy → You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your real IP, caches responses, filters content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TrustProxies middleware tells your app to trust headers from proxies like load balancers.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Cloudflare?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+ speed booster for your website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→ Cloudflare → Your Server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hackers, bots &amp; DDoS before they reach you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caches pages worldwide + free SSL/HTTPS + hides server IP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vs Stateless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remembers client state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sessions, cookies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scale (sticky sessions)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middleware group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requests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everything each time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scale horizontally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middleware group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= cashier who doesn't recognize you. Stateful = barista who remembers your usual.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vs Proxy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one app's traffic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IP, no encryption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(less overhead)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Geo-restrictions, caching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ALL device traffic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IP + full encryption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(encryption overhead)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public Wi-Fi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= friend buys for you (hides you, open package). VPN = secret tunnel with locked box.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Groups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group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StartSession — enables sessions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VerifyCsrfToken — form protection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session-based auth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Browser-rendered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group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ThrottleRequests — rate limiting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SubstituteBindings — model binding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(JWT/Sanctum)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endpoints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Middleware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laravel-middleware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