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Event-driven, modular monolith,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CQRS, clean architecture &amp; DI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&amp; DTO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communicate by producing &amp; consuming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fires event — doesn't know who listens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listeners react independently to same event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side effects from the main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EDA (tightly coupled)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User::create($data);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Mail::to($user)-&gt;send(...);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Profile::create(...);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Notification::send(...);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EDA (decoupled)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 = User::create($data);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event(new UserRegistered($user));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listeners handle the rest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Listeners in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= plain PHP class representing something that happened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= class that handles an event when it fires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= auto-fires on Eloquent model lifecycle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ShouldQueue on listener → runs async in background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UserRegistered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readonly User $user)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SendWelcomeEmail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implements ShouldQueue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handle(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UserRegistered $event)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Mail::to($event-&gt;user)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-&gt;send(new WelcomeMail());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event(new UserRegistered($user));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Events &amp; When to Use EDA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EDA When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side effects per action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shouldn't block request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behavior without changing code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notifications, webhooks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EDA When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flow, one side effect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strict ordering/transactions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complexity &gt; benefit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save to DB — call directly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ShouldQueue keeps HTTP fast — heavy work (email, PDF, sync) runs in background via queue worker.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Modular Monolith?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deployable app organized into isolated modules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owns its models, controllers, services &amp; routes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communicate through interfaces &amp; events, not direct calls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microservices, simplicity of a monolith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monolith: flat, mixed code. Modular monolith: clean boundaries. Microservices: separate deployments.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vs Modular vs Microservices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deployment, organized modules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enforced boundaries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Events/interfaces for communication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extract modules later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separate services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network boundaries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HTTP/gRPC/message queues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&amp; deployment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is best for most growing apps — clean architecture without distributed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Structure in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 directory with User/, Order/, Payment/ subfolders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ServiceProvider, routes, migrations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provider registers bindings &amp; event listeners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providers in config/app.php or bootstrap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app/Modules/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Controllers/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Listeners/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routes.php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UserServiceProvider.php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Payment/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Communication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modules must NOT directly import from other modules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through events (fire &amp; listen across modules)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through shared interfaces (contracts) in app/Contracts/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modules independently testable &amp; replaceable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Wrong: direct import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App\Modules\User\Models\User;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Right: fire event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event(new OrderPlaced($order));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User module listens &amp; reacts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Right: use interface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UserServiceInterface $users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Monolith (Anti-Pattern)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services that can't work independently — worst of both worlds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microservices but behaves like a monolith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Signs: shared DB, can't deploy alone, cascading failures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own DB per service, message queues, domain-based split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splitting a pizza where all slices are stuck with cheese — you can't pick one up without pulling the others.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Abstracts data access behind an 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Controllers/services never call Eloquent directly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swap: Eloquent → API, cache, or test doubles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interface to implementation in ServiceProvider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UserRepoInterface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findById(int 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create(array $data);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EloquentUserRepo implements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UserRepoInterface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findById($id)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User::find($id);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app()-&gt;bind(UserRepoInterface::class,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EloquentUserRepo::class);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business logic from controllers into service classes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handle HTTP in/out — services handle the 'what to do'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controllers, jobs, commands &amp; artisan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unit test without HTTP layer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OrderService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CartService $cart,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DiscountService $discount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placeOrder($userId)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$total = $this-&gt;cart-&gt;getTotal();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$disc = $this-&gt;discount-&gt;calc($total);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$order = Order::create([...]);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event(new OrderPlaced($order));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$order;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vs Thin Controller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Controller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in controller methods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test (must test via HTTP)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reusable across contexts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SRP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 + 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only handles HTTP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holds business logic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from jobs, commands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has one responsibility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validate + call service + return response. Service: business rules + orchestration.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Single-responsibility class doing exactly one thing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__invoke() — callable like a function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granular than services: one action = one operation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from controllers, jobs, commands &amp; artisan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CreateUserAction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__invoke(array $data)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 = User::create([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'name' =&gt; $data['name'],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'email' =&gt; $data['email'],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'password' =&gt; Hash::make(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$data['password']),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event(new UserRegistered($user));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$user;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(Data Transfer Object)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typed object carrying data between layers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arrays — gives type safety, autocompletion, immutability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class in PHP 8.1+ for immutable DTOs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methods: fromRequest(), fromArray() for convenience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class CreateUserDTO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function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$name,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$email,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$password,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?string $phone = null,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function fromRequest(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StoreUserRequest $req): self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self(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$req-&gt;validated('name'),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email: $req-&gt;validated('email'),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password: $req-&gt;validated('password'),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vs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safety or autocomplete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errors on typos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by default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code upfront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safety &amp; IDE support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error catching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immutable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 via properties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DTOs when passing data between layers. Arrays are fine for simple 1-2 field internal helpers.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read (queries) from write (commands) paths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= changes state (create, update, delete)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= reads state (list, show, search) — never changes 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reads &amp; writes independently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Command (write)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class CreateOrderCommand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$userId,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array $items)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(read)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 class GetOrdersQuery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__construct(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$userId,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?string $status = null,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$perPage = 15) 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simple: separate code paths. You don't need separate databases to benefit from CQRS.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layers — dependencies point inward only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Inner: Entities (domain models, value objects, business rules)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Use Cases (services, actions, command/query handlers)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Outer: Adapters &amp; Frameworks (controllers, Eloquent, HTTP)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stays framework-free. Worth it for complex, long-lived apps. Standard MVC is fine for CRUD.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in Laravel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receives dependencies from outside, not creates them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auto-resolves concrete classes (no binding needed)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 = new instance every time | singleton() = one shared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when()-&gt;needs()-&gt;give() for contextual binding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Auto-resolved (no binding)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__construct(private UserService $svc){}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Interface binding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app()-&gt;bind(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PaymentInterface::class,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StripePayment::class);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Contextual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app()-&gt;when(OrderService::class)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-&gt;needs(PaymentInterface::class)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-&gt;give(StripePayment::class);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Binding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 &amp; singleton()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bind(): new instance every time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singleton(): one for app lifecycle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scoped(): one per HTTP request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instance(): bind existing object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when()-&gt;needs()-&gt;give() contextual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binding for complex setup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injection in controllers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for concrete classes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is the foundation that makes Repository, Service, Action &amp; all architecture patterns work cleanly.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Patterns Guide</dc:title>
  <dc:subject>PptxGenJS Presentation</dc:subject>
  <dc:creator>PptxGenJS</dc:creator>
  <cp:lastModifiedBy>PptxGenJS</cp:lastModifiedBy>
  <cp:revision>1</cp:revision>
  <dcterms:created xsi:type="dcterms:W3CDTF">2026-03-08T13:43:56Z</dcterms:created>
  <dcterms:modified xsi:type="dcterms:W3CDTF">2026-03-08T13:43:56Z</dcterms:modified>
</cp:coreProperties>
</file>