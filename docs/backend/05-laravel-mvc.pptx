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views, controllers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Eloquent features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talks to the database, handles data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— shows data to the user, built with Blade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— receives requests, connects Model to View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data, logic &amp; UI for clean, maintainable code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is universal — used in Rails, Django, ASP.NET and more.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Model?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PHP class that represents a database table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Eloquent ORM to interact with the database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usually maps to one table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relationships, scopes, casts &amp; business logic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extends Model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$fillable = 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'name', 'email', 'password'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$fillable vs $guarded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$fillable (whitelist)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allowed fields only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blocked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— explicit control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approach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$guarded (blacklist)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blocked fields only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allowed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 = all allowed (risky!)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safe for sensitive 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protect against mass assignment — $fillable is preferred because it's explicit.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Assignment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a model with an array of data at once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without protection — could send is_admin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blocks mass assignment by default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allow fields using $fillable to opt-in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User::create($request-&gt;all());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Protected by $fillable: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$fillable = 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'name', 'email', 'password'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is_admin silently ignored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classes that handle incoming requests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request → run logic → return response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return: views (HTML), JSON (API), or redirects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controllers thin — move logic to services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controller should do 3 things: validate, call a service/model, return a response.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Controller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controller for CRUD operations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generates 7 ready-made methods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php artisan make:controller PostController --resource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Register: Route::resource('posts', PostController::class)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/posts       → index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/posts/create → create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/posts       → store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/posts/{id}  → show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/posts/{id}/edit → edit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  /posts/{id}  → update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/posts/{id}  → destroy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Templating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Laravel's tool for building dynamic HTML views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syntax: {{ $var }}, @if, @foreach, @extends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end with .blade.php in resources/views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layouts, sections, components &amp; partials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$name }}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@if ($user-&gt;isAdmin())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&lt;p&gt;Admin&lt;/p&gt;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@endif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@foreach ($posts as $post)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&lt;p&gt;{{ $post-&gt;title }}&lt;/p&gt;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@endforeach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@extends('layouts.app')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&amp; Passing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are HTML files shown to the user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resources/views, use .blade.php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return views using view() helper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ways: array, with(), compact()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view('profile', ['name' =&gt; $name]);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view('profile')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-&gt;with('name', $name);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view('profile',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compact('name', 'user'));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how a model attribute looks when read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change the database value — only output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create virtual attributes not in DB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formatting names, combining fields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function fullName():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Attribute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Attribute::make(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get: fn () =&gt;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$this-&gt;first_name . ' ' .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$this-&gt;last_name,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$user-&gt;full_name → 'John Doe'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Accessors vs Mutators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Accessors (get)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when reading data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the output value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change the DB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uppercase name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Mutators (set)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when saving data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before storing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what goes to DB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bcrypt password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defined in Attribute::make() — get: for accessors, set: for mutators.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Scopes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query filters inside Eloquent models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scopes — used manually when needed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scopes — applied automatically to all queries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queries clean, readable &amp; DRY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scopeActive($query)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$query-&gt;where('active', true);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User::active()-&gt;get();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Global (auto-applied)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static::addGlobalScope('active',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fn($q) =&gt; $q-&gt;where('active', 1));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not permanently removed from DB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sets a deleted_at timestamp instead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Soft-deleted records hidden from normal queries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restored with $model-&gt;restore()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SoftDeletes;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 extends Model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SoftDeletes;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$post-&gt;delete();  // sets deleted_at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$post-&gt;restore(); // clears it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$table-&gt;softDeletes() to your migration for the deleted_at column.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Soft Deletes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withTrashed() → all including soft-deleted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onlyTrashed() → only soft-deleted records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queries auto-exclude soft-deleted rows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forceDelete() → permanently remove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Post::withTrashed()-&gt;get();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Post::onlyTrashed()-&gt;get();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$post-&gt;forceDelete();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MVC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laravel-mvc</dc:title>
  <dc:subject>PptxGenJS Presentation</dc:subject>
  <dc:creator>PptxGenJS</dc:creator>
  <cp:lastModifiedBy>PptxGenJS</cp:lastModifiedBy>
  <cp:revision>1</cp:revision>
  <dcterms:created xsi:type="dcterms:W3CDTF">2026-03-07T08:15:29Z</dcterms:created>
  <dcterms:modified xsi:type="dcterms:W3CDTF">2026-03-07T08:15:29Z</dcterms:modified>
</cp:coreProperties>
</file>